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8294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Awareness, Threats &amp; Best Practices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C"/>
                </a:solidFill>
              </a:rPr>
              <a:t>An overview for individuals and organizations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Why Cybersecurity Awareness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DCE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5B6"/>
                </a:solidFill>
              </a:rPr>
              <a:t>82%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of breaches involve a human element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15544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DCE6F1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5B6"/>
                </a:solidFill>
              </a:rPr>
              <a:t>1 in 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48056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employees will click a phishing link if untrained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DCE6F1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5B6"/>
                </a:solidFill>
              </a:rPr>
              <a:t>Minutes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is often all it takes for ransomware to spread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</a:rPr>
              <a:t>Most successful cyberattacks exploit human error rather than pure technical weakness — a clicked link, a reused password, or an unpatched device can compromise an entire system.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The CIA Triad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Core objectives behind almost every security control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83080" y="1737360"/>
            <a:ext cx="914400" cy="9144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178308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Confidentiality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Information is accessible only to those authorized to view 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914400" cy="9144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788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Integrity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3246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Data remains accurate and unaltered by unauthorized parties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89720" y="1737360"/>
            <a:ext cx="914400" cy="91440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3" name="Text 11"/>
          <p:cNvSpPr/>
          <p:nvPr/>
        </p:nvSpPr>
        <p:spPr>
          <a:xfrm>
            <a:off x="918972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955280" y="2788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Availability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92440" y="3246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Systems and data remain accessible when authorized users need them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Common Cyber Threats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7406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Phishing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950B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Fraudulent messages tricking users into revealing credentials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Ransomware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Encrypts files and demands payment for release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Malware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950B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Viruses, worms, trojans and spyware that damage systems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Man-in-the-Middle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Intercepts communication between two parties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SQL Injection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950B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Malicious input used to manipulate databases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DDoS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950B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Floods a system with traffic to make it unavailable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Core Security Controls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DCE6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527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Firewall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099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Filters traffic based on security rules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1430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DCE6F1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2527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Multi-Factor Authentication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7099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A second proof of identity beyond a password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DCE6F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443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Encryption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4015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Converts data into unreadable form without a key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8346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DCE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9443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Regular Backups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34015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Enables recovery after data loss or ransomware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DCE6F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6360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Patch Management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50932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Keeps software updated against known flaws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5262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DCE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6360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Security Training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50932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Reduces human error through awareness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A Simple Security Lifecycle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Five continuous functions common to most security frameworks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8076" y="237744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08076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8076" y="23774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619756" y="237744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48356" y="237744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2848356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48356" y="23774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Protect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60036" y="237744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88636" y="237744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5088636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88636" y="23774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Detect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00316" y="237744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28916" y="237744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7328916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28916" y="23774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Respond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40596" y="237744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69196" y="237744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9569196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69196" y="23774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Recover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Best Practices — Individuals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Use strong, unique passwords with a password manager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Enable multi-factor authentication wherever available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Keep software and operating systems updated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Avoid clicking unsolicited links or attachments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Use a VPN on public or untrusted Wi-Fi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Back up important data regularly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Best Practices — Organizations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Apply the principle of least privilege for user access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Provide regular security awareness training for staff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Maintain and test an incident response plan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Segment networks to limit the spread of a breach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Conduct periodic vulnerability assessments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222222"/>
                </a:solidFill>
              </a:rPr>
              <a:t>Keep an up-to-date asset inventory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Security Is a Habit, Not a Setting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E8"/>
                </a:solidFill>
              </a:rPr>
              <a:t>Threats evolve constantly — awareness, patching, and monitoring need to be continuous rather than one-time efforts.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2026-07-30T21:29:06Z</dcterms:created>
  <dcterms:modified xsi:type="dcterms:W3CDTF">2026-07-30T21:29:06Z</dcterms:modified>
</cp:coreProperties>
</file>